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89" r:id="rId6"/>
    <p:sldId id="290" r:id="rId7"/>
    <p:sldId id="29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92" r:id="rId19"/>
    <p:sldId id="293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0"/>
    <p:sldId id="279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2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776096-666C-EDB0-6F4F-AEA70F9F3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D02A97-E7FD-5CC0-E8BC-D871401B3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CF7256-DE68-0C77-B75F-66552FF9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BE51E-74F9-9B0C-8767-27C4C1F9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EB0D88-6FC7-0B39-9CEE-A05ACAF6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3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F3677-0B3B-5F86-4B76-F8A4D29F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51CF47-7909-7D4F-0F1D-10A760789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00A3FD-3A18-269D-9418-65B62A40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0E3E00-8B70-9D14-76EB-C71446A3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C3C81F-D604-27CF-7E4F-B47310FE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23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D447D-140C-62A4-C945-5F5B253B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40E59D-8D09-A9BA-F1E7-E23DE11E1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C20169-67A4-DA09-149A-85531D73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18C293-9656-06CA-6232-6B38A42D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5839CF-BA07-3ED7-681F-9633F546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04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D744E-3CE2-7AB4-BDE7-152DABF8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73E5D-7F33-160F-8C9F-11FAB7020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884F16-B90A-44A8-04F9-1F2D9C85A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32AFC6-41D3-0EBB-01D1-9D9AA051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2B14B3-F83F-CAAF-3BC2-0EEF4478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7E6453-8648-10ED-D2BE-1741FD4E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99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CF20C0-89A9-B4CE-F367-7198FDF5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24FF2E-8F4F-BFFB-2B47-46EA10223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7EFFEF-4BC5-8471-46FB-31EC7A47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683E53-6DE5-5FFF-98F0-F4ECBC611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86DC02-DB34-838B-2B84-A3563040A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CBE28B7-515D-A478-2B3E-F9C2B742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D4CB11-3080-C135-F5DB-04656D39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4B018F-C104-2AEB-9B71-86D3AD19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45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67B0C-3952-92B6-A160-8C166625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62F45A4-FB3E-A13B-309B-3C9262A9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495AFA-0E7D-5D71-FE59-8EEA690E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A783D5-60F4-6A92-E94B-CA0EBB44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06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F1F851-C68F-9E25-FA98-5F34D016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8A6A3E-E8BB-8BD9-36C9-23193739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6FACD3-20B7-FE58-0004-AEA5D9B2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83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B3E05-3AA3-997A-3FED-91C254DB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FAC438-60F0-06EE-89F9-6819FECE8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B808AF-03A0-12BA-A2F3-6686C2DF2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98D46D-83E6-C742-624C-235B5459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6DEB83-E841-2881-7FEB-3410EC53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A6B41F-6C77-A878-B16C-43DE0B07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5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13E87-8378-C015-E2F3-E82A3049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E4E4A82-80B4-BEA0-C07A-828698FEC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CE32C6-3CF9-B70D-81DB-8A0960B67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F196F7-DC77-F527-1113-55DE0717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4CF6A0-84C2-91DC-BDC6-8B745F2E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CBF873-5B4E-64A5-9293-1B7AB6D1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88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05057-85CF-3AC9-30C5-E14CD00F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371090-9F03-ADF8-7887-6B8B9E72E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896D0D-7329-8164-810F-78DFB27D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BDF210-6DDC-24BC-61E7-B173F084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4D2D63-D116-011B-D0C0-7A02C623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02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0E9A17D-BFF0-5863-4129-F227CDFA8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B44A63-F60A-8522-9659-AF3FD5D81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5ED978-3A28-A3BE-B20F-B0A07228E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CBCB5D-3ED9-94E2-D1F8-6B976087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95D062-6D33-F016-8F15-42E9801F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87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ABD468-D465-4668-7CEC-806E5F45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E5C201-D8D7-0B70-DAB2-75F25A8FA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0E4657-E076-2DD2-8ED6-C66018BE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E7A98-289B-40C8-A61C-4D849FA28850}" type="datetimeFigureOut">
              <a:rPr lang="fr-FR" smtClean="0"/>
              <a:t>28/12/2024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B15627-15F1-9ED1-0663-C4AF3DE1E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00381C-D0B5-F8EB-D4E6-E2F1CDBE5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0CCE4-B630-4201-957B-AB29923E17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47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cucumber/cucumber-j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219FA-5843-DC4E-C47E-91CD38A13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Playwright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A05CC9-EC3E-B03A-4CC2-7D2611985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834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1E2F3B-F8C2-8F71-CC99-991083C3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Node.js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716B8-18A6-F6D3-A6F9-B5CBB3B86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4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27108-506E-05CC-1A20-77A293C7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VS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0E9476-D67B-C9D1-C4C4-460FB0AEB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01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2CD78-BD42-79EB-C905-FB74B2CA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Workspace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CBF0AE-B558-DF50-C29F-BA53BAC1B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68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7E5114-25B7-ECFD-FFEE-4B649F77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</a:t>
            </a:r>
            <a:r>
              <a:rPr lang="fr-FR" dirty="0" err="1"/>
              <a:t>Playwright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A06EB5-B235-57CC-0034-F58F0B5D2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895600"/>
            <a:ext cx="11449050" cy="39624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0A24899A-DFDA-DAB2-7212-E786FB48C3EA}"/>
              </a:ext>
            </a:extLst>
          </p:cNvPr>
          <p:cNvSpPr txBox="1">
            <a:spLocks/>
          </p:cNvSpPr>
          <p:nvPr/>
        </p:nvSpPr>
        <p:spPr>
          <a:xfrm>
            <a:off x="1186543" y="12904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Selenium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967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A991-848D-9B61-9E62-BD6B3B6E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131EA7-29CE-444C-8B6D-26437DB4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</a:t>
            </a:r>
            <a:r>
              <a:rPr lang="fr-FR" dirty="0" err="1"/>
              <a:t>Playwright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E1AED63-C164-B183-452D-A1263DE5F7D4}"/>
              </a:ext>
            </a:extLst>
          </p:cNvPr>
          <p:cNvSpPr txBox="1">
            <a:spLocks/>
          </p:cNvSpPr>
          <p:nvPr/>
        </p:nvSpPr>
        <p:spPr>
          <a:xfrm>
            <a:off x="1186543" y="12904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Playwright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545E74-F523-ADE4-5124-0B06F797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5974"/>
            <a:ext cx="1057275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9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7F1E9E-AF1D-8981-7304-260A07F7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DD1E69-A9A2-BE68-E3E8-95C87793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32" t="20159" r="29822" b="20476"/>
          <a:stretch/>
        </p:blipFill>
        <p:spPr>
          <a:xfrm>
            <a:off x="1393372" y="1690688"/>
            <a:ext cx="7576456" cy="501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E069A-1250-E43E-BA06-BE884837A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des dépendances – Initialisation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7EEA1C-AF9A-4D22-CF79-824D29826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Npm</a:t>
            </a:r>
            <a:r>
              <a:rPr lang="fr-FR" dirty="0"/>
              <a:t> init </a:t>
            </a:r>
            <a:r>
              <a:rPr lang="fr-FR" dirty="0" err="1"/>
              <a:t>playwright@latest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511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75CC4-D536-E4E7-3EF9-34C656AA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la version du </a:t>
            </a:r>
            <a:r>
              <a:rPr lang="fr-FR" dirty="0" err="1"/>
              <a:t>pw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EA3CA8-EB95-C9D5-3953-F2DFC3C0A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--version</a:t>
            </a:r>
          </a:p>
        </p:txBody>
      </p:sp>
    </p:spTree>
    <p:extLst>
      <p:ext uri="{BB962C8B-B14F-4D97-AF65-F5344CB8AC3E}">
        <p14:creationId xmlns:p14="http://schemas.microsoft.com/office/powerpoint/2010/main" val="111377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43B8E-0544-7A87-0E31-0E11E846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à jour de la version PW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D4A164-FE4C-8C96-AE92-808650A34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@playwright/test@1.49</a:t>
            </a:r>
          </a:p>
        </p:txBody>
      </p:sp>
    </p:spTree>
    <p:extLst>
      <p:ext uri="{BB962C8B-B14F-4D97-AF65-F5344CB8AC3E}">
        <p14:creationId xmlns:p14="http://schemas.microsoft.com/office/powerpoint/2010/main" val="207868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CCF35C-3FEC-443D-DEEF-8AE28753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Exécution du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3DC022-9F8C-2888-202F-46199398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Node_module</a:t>
            </a:r>
            <a:r>
              <a:rPr lang="fr-FR" dirty="0"/>
              <a:t> appelle playwright.config.js et ce dernier </a:t>
            </a:r>
            <a:r>
              <a:rPr lang="fr-FR" dirty="0" err="1"/>
              <a:t>execite</a:t>
            </a:r>
            <a:r>
              <a:rPr lang="fr-FR" dirty="0"/>
              <a:t> les tests qui sont dans le folder « </a:t>
            </a:r>
            <a:r>
              <a:rPr lang="fr-FR" dirty="0" err="1"/>
              <a:t>testDir</a:t>
            </a:r>
            <a:r>
              <a:rPr lang="fr-FR" dirty="0"/>
              <a:t>: ‘./tests’,</a:t>
            </a:r>
          </a:p>
          <a:p>
            <a:r>
              <a:rPr lang="fr-FR" dirty="0"/>
              <a:t>Il </a:t>
            </a:r>
            <a:r>
              <a:rPr lang="fr-FR" dirty="0" err="1"/>
              <a:t>execute</a:t>
            </a:r>
            <a:r>
              <a:rPr lang="fr-FR" dirty="0"/>
              <a:t> par </a:t>
            </a:r>
            <a:r>
              <a:rPr lang="fr-FR" dirty="0" err="1"/>
              <a:t>defaut</a:t>
            </a:r>
            <a:r>
              <a:rPr lang="fr-FR" dirty="0"/>
              <a:t> les tests de la même suite d’une manière </a:t>
            </a:r>
            <a:r>
              <a:rPr lang="fr-FR" dirty="0" err="1"/>
              <a:t>sequentielle</a:t>
            </a:r>
            <a:r>
              <a:rPr lang="fr-FR" dirty="0"/>
              <a:t>. </a:t>
            </a:r>
          </a:p>
          <a:p>
            <a:endParaRPr lang="fr-FR" dirty="0"/>
          </a:p>
          <a:p>
            <a:r>
              <a:rPr lang="fr-FR" dirty="0"/>
              <a:t>Pour lancer un test : </a:t>
            </a:r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(en mode </a:t>
            </a:r>
            <a:r>
              <a:rPr lang="fr-FR" dirty="0" err="1"/>
              <a:t>headless</a:t>
            </a:r>
            <a:r>
              <a:rPr lang="fr-FR" dirty="0"/>
              <a:t> – sans affichage du navigateur et les étapes des tests).</a:t>
            </a:r>
          </a:p>
          <a:p>
            <a:r>
              <a:rPr lang="fr-FR" dirty="0"/>
              <a:t>Pour lancer les tests en mode </a:t>
            </a:r>
            <a:r>
              <a:rPr lang="fr-FR" dirty="0" err="1"/>
              <a:t>head</a:t>
            </a:r>
            <a:r>
              <a:rPr lang="fr-FR" dirty="0"/>
              <a:t> (avec affichage du browser) : </a:t>
            </a:r>
          </a:p>
          <a:p>
            <a:pPr lvl="1"/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–</a:t>
            </a:r>
            <a:r>
              <a:rPr lang="fr-FR" dirty="0" err="1"/>
              <a:t>headed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7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A8A2-DBD9-BB8D-C5FA-4A72A295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6BB32-F6EA-F1DC-4701-5F64FAC0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Exécution du 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CBACDD-54AB-63DB-C0E1-90C1B5CE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lancer un test spécifique (un seul test) =&gt; on met </a:t>
            </a:r>
            <a:r>
              <a:rPr lang="fr-FR" dirty="0" err="1"/>
              <a:t>test.only</a:t>
            </a:r>
            <a:r>
              <a:rPr lang="fr-FR" dirty="0"/>
              <a:t>(‘’, {}), ou bien on clique seulement sur le bouton &gt; run du test sur vs code</a:t>
            </a:r>
          </a:p>
          <a:p>
            <a:r>
              <a:rPr lang="fr-FR" dirty="0"/>
              <a:t>Pour lancer certains tests (ex : 2 tests files / 5) : </a:t>
            </a:r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</a:t>
            </a:r>
            <a:r>
              <a:rPr lang="fr-FR" dirty="0" err="1"/>
              <a:t>first.spec.ts</a:t>
            </a:r>
            <a:r>
              <a:rPr lang="fr-FR" dirty="0"/>
              <a:t> </a:t>
            </a:r>
            <a:r>
              <a:rPr lang="fr-FR" dirty="0" err="1"/>
              <a:t>second.spec.ts</a:t>
            </a:r>
            <a:r>
              <a:rPr lang="fr-FR" dirty="0"/>
              <a:t> </a:t>
            </a:r>
          </a:p>
          <a:p>
            <a:r>
              <a:rPr lang="fr-FR" dirty="0"/>
              <a:t>Ou bien : </a:t>
            </a:r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first second</a:t>
            </a:r>
          </a:p>
          <a:p>
            <a:r>
              <a:rPr lang="fr-FR" dirty="0"/>
              <a:t>Lancer le test en utilisant le titre du test : </a:t>
            </a:r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–g ‘</a:t>
            </a:r>
            <a:r>
              <a:rPr lang="fr-FR" dirty="0" err="1"/>
              <a:t>myTest</a:t>
            </a:r>
            <a:r>
              <a:rPr lang="fr-FR" dirty="0"/>
              <a:t>’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–</a:t>
            </a:r>
            <a:r>
              <a:rPr lang="fr-FR" dirty="0" err="1"/>
              <a:t>project</a:t>
            </a:r>
            <a:r>
              <a:rPr lang="fr-FR" dirty="0"/>
              <a:t>=</a:t>
            </a:r>
            <a:r>
              <a:rPr lang="fr-FR" dirty="0" err="1"/>
              <a:t>chromium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513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7B17F-BD0F-30CC-9285-9100CDBA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Locators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E87A5F-D280-6AF3-D1B4-BE59B3AE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ID =&gt; #id ou </a:t>
            </a:r>
            <a:r>
              <a:rPr lang="fr-FR" dirty="0" err="1"/>
              <a:t>tagname#id</a:t>
            </a:r>
            <a:endParaRPr lang="fr-FR" dirty="0"/>
          </a:p>
          <a:p>
            <a:pPr lvl="1"/>
            <a:r>
              <a:rPr lang="fr-FR" dirty="0"/>
              <a:t>Ex : &lt;input type=‘</a:t>
            </a:r>
            <a:r>
              <a:rPr lang="fr-FR" dirty="0" err="1"/>
              <a:t>text</a:t>
            </a:r>
            <a:r>
              <a:rPr lang="fr-FR" dirty="0"/>
              <a:t>’ </a:t>
            </a:r>
            <a:r>
              <a:rPr lang="fr-FR" dirty="0" err="1"/>
              <a:t>name</a:t>
            </a:r>
            <a:r>
              <a:rPr lang="fr-FR" dirty="0"/>
              <a:t>=‘</a:t>
            </a:r>
            <a:r>
              <a:rPr lang="fr-FR" dirty="0" err="1"/>
              <a:t>username</a:t>
            </a:r>
            <a:r>
              <a:rPr lang="fr-FR" dirty="0"/>
              <a:t>’ id=‘</a:t>
            </a:r>
            <a:r>
              <a:rPr lang="fr-FR" dirty="0" err="1"/>
              <a:t>username</a:t>
            </a:r>
            <a:r>
              <a:rPr lang="fr-FR" dirty="0"/>
              <a:t>’&gt;</a:t>
            </a:r>
          </a:p>
          <a:p>
            <a:pPr lvl="1"/>
            <a:r>
              <a:rPr lang="fr-FR" dirty="0" err="1"/>
              <a:t>Page.locator</a:t>
            </a:r>
            <a:r>
              <a:rPr lang="fr-FR" dirty="0"/>
              <a:t>(‘#</a:t>
            </a:r>
            <a:r>
              <a:rPr lang="fr-FR" dirty="0" err="1"/>
              <a:t>username</a:t>
            </a:r>
            <a:r>
              <a:rPr lang="fr-FR" dirty="0"/>
              <a:t>’)</a:t>
            </a:r>
          </a:p>
          <a:p>
            <a:pPr lvl="1"/>
            <a:endParaRPr lang="fr-FR" dirty="0"/>
          </a:p>
          <a:p>
            <a:r>
              <a:rPr lang="fr-FR" dirty="0"/>
              <a:t>Class =&gt; .class ou </a:t>
            </a:r>
            <a:r>
              <a:rPr lang="fr-FR" dirty="0" err="1"/>
              <a:t>tagname.class</a:t>
            </a:r>
            <a:endParaRPr lang="fr-FR" dirty="0"/>
          </a:p>
          <a:p>
            <a:pPr lvl="1"/>
            <a:r>
              <a:rPr lang="fr-FR" dirty="0"/>
              <a:t>Ex : &lt;input type=‘</a:t>
            </a:r>
            <a:r>
              <a:rPr lang="fr-FR" dirty="0" err="1"/>
              <a:t>text</a:t>
            </a:r>
            <a:r>
              <a:rPr lang="fr-FR" dirty="0"/>
              <a:t>’ </a:t>
            </a:r>
            <a:r>
              <a:rPr lang="fr-FR" dirty="0" err="1"/>
              <a:t>name</a:t>
            </a:r>
            <a:r>
              <a:rPr lang="fr-FR" dirty="0"/>
              <a:t>=‘</a:t>
            </a:r>
            <a:r>
              <a:rPr lang="fr-FR" dirty="0" err="1"/>
              <a:t>username</a:t>
            </a:r>
            <a:r>
              <a:rPr lang="fr-FR" dirty="0"/>
              <a:t>’ id=‘</a:t>
            </a:r>
            <a:r>
              <a:rPr lang="fr-FR" dirty="0" err="1"/>
              <a:t>username</a:t>
            </a:r>
            <a:r>
              <a:rPr lang="fr-FR" dirty="0"/>
              <a:t>’ class=‘input-</a:t>
            </a:r>
            <a:r>
              <a:rPr lang="fr-FR" dirty="0" err="1"/>
              <a:t>fld</a:t>
            </a:r>
            <a:r>
              <a:rPr lang="fr-FR" dirty="0"/>
              <a:t>’&gt;</a:t>
            </a:r>
          </a:p>
          <a:p>
            <a:pPr lvl="1"/>
            <a:r>
              <a:rPr lang="fr-FR" dirty="0" err="1"/>
              <a:t>Page.locator</a:t>
            </a:r>
            <a:r>
              <a:rPr lang="fr-FR" dirty="0"/>
              <a:t>(‘. input-</a:t>
            </a:r>
            <a:r>
              <a:rPr lang="fr-FR" dirty="0" err="1"/>
              <a:t>fld</a:t>
            </a:r>
            <a:r>
              <a:rPr lang="fr-FR" dirty="0"/>
              <a:t>’)</a:t>
            </a:r>
          </a:p>
          <a:p>
            <a:pPr lvl="1"/>
            <a:endParaRPr lang="fr-FR" dirty="0"/>
          </a:p>
          <a:p>
            <a:r>
              <a:rPr lang="fr-FR" dirty="0"/>
              <a:t>Attribut =&gt; [</a:t>
            </a:r>
            <a:r>
              <a:rPr lang="fr-FR" dirty="0" err="1"/>
              <a:t>attribute</a:t>
            </a:r>
            <a:r>
              <a:rPr lang="fr-FR" dirty="0"/>
              <a:t>=‘</a:t>
            </a:r>
            <a:r>
              <a:rPr lang="fr-FR" dirty="0" err="1"/>
              <a:t>nameofatrri</a:t>
            </a:r>
            <a:r>
              <a:rPr lang="fr-FR" dirty="0"/>
              <a:t>’]</a:t>
            </a:r>
          </a:p>
          <a:p>
            <a:pPr lvl="1"/>
            <a:r>
              <a:rPr lang="fr-FR" dirty="0"/>
              <a:t>Ex : &lt;input type=‘</a:t>
            </a:r>
            <a:r>
              <a:rPr lang="fr-FR" dirty="0" err="1"/>
              <a:t>password</a:t>
            </a:r>
            <a:r>
              <a:rPr lang="fr-FR" dirty="0"/>
              <a:t>’ </a:t>
            </a:r>
            <a:r>
              <a:rPr lang="fr-FR" dirty="0" err="1"/>
              <a:t>name</a:t>
            </a:r>
            <a:r>
              <a:rPr lang="fr-FR" dirty="0"/>
              <a:t>=‘</a:t>
            </a:r>
            <a:r>
              <a:rPr lang="fr-FR" dirty="0" err="1"/>
              <a:t>username</a:t>
            </a:r>
            <a:r>
              <a:rPr lang="fr-FR" dirty="0"/>
              <a:t>’ id=‘</a:t>
            </a:r>
            <a:r>
              <a:rPr lang="fr-FR" dirty="0" err="1"/>
              <a:t>username</a:t>
            </a:r>
            <a:r>
              <a:rPr lang="fr-FR" dirty="0"/>
              <a:t>’&gt;</a:t>
            </a:r>
          </a:p>
          <a:p>
            <a:pPr lvl="1"/>
            <a:r>
              <a:rPr lang="fr-FR" dirty="0" err="1"/>
              <a:t>Page.locator</a:t>
            </a:r>
            <a:r>
              <a:rPr lang="fr-FR" dirty="0"/>
              <a:t>(‘[type=‘</a:t>
            </a:r>
            <a:r>
              <a:rPr lang="fr-FR" dirty="0" err="1"/>
              <a:t>password</a:t>
            </a:r>
            <a:r>
              <a:rPr lang="fr-FR" dirty="0"/>
              <a:t>’]’)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955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77163F-4EB1-3836-490F-0464403B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assertions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9CA30F-C549-9D2A-1E27-AF5984F24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Simple </a:t>
            </a:r>
            <a:r>
              <a:rPr lang="fr-FR" dirty="0" err="1"/>
              <a:t>expect</a:t>
            </a:r>
            <a:endParaRPr lang="fr-FR" dirty="0"/>
          </a:p>
          <a:p>
            <a:r>
              <a:rPr lang="fr-FR" dirty="0" err="1"/>
              <a:t>Expect.soft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705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B6B1F-3B6A-98D4-1F1F-82750E4C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Child </a:t>
            </a:r>
            <a:r>
              <a:rPr lang="fr-FR" dirty="0" err="1"/>
              <a:t>windows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9E4EF-2EFD-0AA6-FAAE-79528DD0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ts val="1425"/>
              </a:lnSpc>
            </a:pP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windows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handling"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browser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browser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newContext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newPage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"https://rahulshettyacademy.com/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loginpagePractise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locator_link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getByRole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"Free Access to 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InterviewQues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ResumeAssistance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Material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click a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;;; must tell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playwright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that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 page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will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displayed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switch to the new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for the second page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page_2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waitForEvent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"page"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for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new page -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don't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use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2steps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playing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parallel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locator_link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]);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red_parag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page_2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locator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getByRole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page_2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red_parag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"@"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locator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//switch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-Tab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425"/>
              </a:lnSpc>
            </a:pPr>
            <a:b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9422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75188-46D2-E993-A1CF-5AA98196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Debug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9912B-CC2E-DA08-2C2F-A39B587DC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tests/UIBasicstest.spec.js –</a:t>
            </a:r>
            <a:r>
              <a:rPr lang="fr-FR" dirty="0" err="1"/>
              <a:t>debug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A6C88C-A3B0-9281-3EFF-35CD37AB8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466" y="2414260"/>
            <a:ext cx="7603802" cy="38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42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422C9-C0F9-DB6B-6341-A163E7C5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Codegen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8394CC-57A5-5C13-C119-379CFD5A4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enregistrer un script auto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58F3DB-7514-C465-0181-CD9FC7B64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89057"/>
            <a:ext cx="10134600" cy="131382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4FDB072-CF00-CF9D-5252-9770D4030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873" y="3833442"/>
            <a:ext cx="3498254" cy="26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7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8E25-2B48-5D2C-4F59-67A70638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731312-0BEE-9FB1-5A9C-4AD949B4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Codegen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29316B-7663-FDCC-8B5A-3728AD38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Options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–browser </a:t>
            </a:r>
            <a:r>
              <a:rPr lang="fr-FR" dirty="0" err="1"/>
              <a:t>firefox</a:t>
            </a:r>
            <a:endParaRPr lang="fr-FR" dirty="0"/>
          </a:p>
          <a:p>
            <a:r>
              <a:rPr lang="fr-FR" dirty="0"/>
              <a:t>Pour copier le code </a:t>
            </a:r>
            <a:r>
              <a:rPr lang="fr-FR" dirty="0" err="1"/>
              <a:t>generé</a:t>
            </a:r>
            <a:r>
              <a:rPr lang="fr-FR" dirty="0"/>
              <a:t> par </a:t>
            </a:r>
            <a:r>
              <a:rPr lang="fr-FR" dirty="0" err="1"/>
              <a:t>codegen</a:t>
            </a:r>
            <a:r>
              <a:rPr lang="fr-FR" dirty="0"/>
              <a:t> et </a:t>
            </a:r>
            <a:r>
              <a:rPr lang="fr-FR" dirty="0" err="1"/>
              <a:t>creér</a:t>
            </a:r>
            <a:r>
              <a:rPr lang="fr-FR" dirty="0"/>
              <a:t> un fichier pour le test : </a:t>
            </a:r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–o ./tests/</a:t>
            </a:r>
            <a:r>
              <a:rPr lang="fr-FR" dirty="0" err="1"/>
              <a:t>codegenAuto.spec.ts</a:t>
            </a:r>
            <a:endParaRPr lang="fr-FR" dirty="0"/>
          </a:p>
          <a:p>
            <a:r>
              <a:rPr lang="fr-FR" dirty="0"/>
              <a:t>(-o : output)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–</a:t>
            </a:r>
            <a:r>
              <a:rPr lang="fr-FR" dirty="0" err="1"/>
              <a:t>viewport</a:t>
            </a:r>
            <a:r>
              <a:rPr lang="fr-FR" dirty="0"/>
              <a:t>-size=800,600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–</a:t>
            </a:r>
            <a:r>
              <a:rPr lang="fr-FR" dirty="0" err="1"/>
              <a:t>device</a:t>
            </a:r>
            <a:r>
              <a:rPr lang="fr-FR" dirty="0"/>
              <a:t>=« iPhone 11 pro »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–help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104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E072B-96E0-3D7B-3986-81E32C9F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F242CF-EBD5-66E1-80BE-5DC30EAF3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show-trace ./test-</a:t>
            </a:r>
            <a:r>
              <a:rPr lang="fr-FR" dirty="0" err="1"/>
              <a:t>results</a:t>
            </a:r>
            <a:r>
              <a:rPr lang="fr-FR" dirty="0"/>
              <a:t>/firstTest-first-test-chromium-retry1/trace.zip</a:t>
            </a:r>
          </a:p>
          <a:p>
            <a:r>
              <a:rPr lang="fr-FR" dirty="0"/>
              <a:t>Ou bien sur : </a:t>
            </a:r>
            <a:r>
              <a:rPr lang="fr-FR" dirty="0" err="1"/>
              <a:t>trace.playwright.dev</a:t>
            </a:r>
            <a:r>
              <a:rPr lang="fr-FR" dirty="0"/>
              <a:t> =&gt; </a:t>
            </a:r>
            <a:r>
              <a:rPr lang="fr-FR" dirty="0" err="1"/>
              <a:t>upload</a:t>
            </a:r>
            <a:r>
              <a:rPr lang="fr-FR" dirty="0"/>
              <a:t> the file</a:t>
            </a:r>
          </a:p>
          <a:p>
            <a:endParaRPr lang="fr-FR" dirty="0"/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test –trace on-first-</a:t>
            </a:r>
            <a:r>
              <a:rPr lang="fr-FR"/>
              <a:t>retry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9564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6BF36-AA5B-2C8B-8849-A8731CD9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Report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42ED22-EA5A-BDE2-81B9-487D64202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Screenshot </a:t>
            </a:r>
          </a:p>
        </p:txBody>
      </p:sp>
    </p:spTree>
    <p:extLst>
      <p:ext uri="{BB962C8B-B14F-4D97-AF65-F5344CB8AC3E}">
        <p14:creationId xmlns:p14="http://schemas.microsoft.com/office/powerpoint/2010/main" val="2929011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4BD87-9A23-6A21-B889-2F10B5A2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iFrame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DFD18-38A5-E93A-4B8C-64DE232F2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825625"/>
            <a:ext cx="11876566" cy="4351338"/>
          </a:xfrm>
        </p:spPr>
        <p:txBody>
          <a:bodyPr>
            <a:normAutofit/>
          </a:bodyPr>
          <a:lstStyle/>
          <a:p>
            <a:r>
              <a:rPr lang="fr-FR" dirty="0"/>
              <a:t>test("frame </a:t>
            </a:r>
            <a:r>
              <a:rPr lang="fr-FR" dirty="0" err="1"/>
              <a:t>handeling</a:t>
            </a:r>
            <a:r>
              <a:rPr lang="fr-FR" dirty="0"/>
              <a:t> Validation", </a:t>
            </a:r>
            <a:r>
              <a:rPr lang="fr-FR" dirty="0" err="1"/>
              <a:t>async</a:t>
            </a:r>
            <a:r>
              <a:rPr lang="fr-FR" dirty="0"/>
              <a:t> ({ page }) =&gt; {</a:t>
            </a:r>
          </a:p>
          <a:p>
            <a:r>
              <a:rPr lang="fr-FR" dirty="0"/>
              <a:t> 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page.goto</a:t>
            </a:r>
            <a:r>
              <a:rPr lang="fr-FR" dirty="0"/>
              <a:t>("https://rahulshettyacademy.com/</a:t>
            </a:r>
            <a:r>
              <a:rPr lang="fr-FR" dirty="0" err="1"/>
              <a:t>AutomationPractice</a:t>
            </a:r>
            <a:r>
              <a:rPr lang="fr-FR" dirty="0"/>
              <a:t>/");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framesPage</a:t>
            </a:r>
            <a:r>
              <a:rPr lang="fr-FR" dirty="0"/>
              <a:t> = </a:t>
            </a:r>
            <a:r>
              <a:rPr lang="fr-FR" dirty="0" err="1"/>
              <a:t>page.frameLocator</a:t>
            </a:r>
            <a:r>
              <a:rPr lang="fr-FR" dirty="0"/>
              <a:t>("#courses-</a:t>
            </a:r>
            <a:r>
              <a:rPr lang="fr-FR" dirty="0" err="1"/>
              <a:t>iframe</a:t>
            </a:r>
            <a:r>
              <a:rPr lang="fr-FR" dirty="0"/>
              <a:t>");</a:t>
            </a:r>
          </a:p>
          <a:p>
            <a:r>
              <a:rPr lang="fr-FR" dirty="0"/>
              <a:t> 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framesPage.locator</a:t>
            </a:r>
            <a:r>
              <a:rPr lang="fr-FR" dirty="0"/>
              <a:t>('li a[href*="</a:t>
            </a:r>
            <a:r>
              <a:rPr lang="fr-FR" dirty="0" err="1"/>
              <a:t>lifetimeaccess</a:t>
            </a:r>
            <a:r>
              <a:rPr lang="fr-FR" dirty="0"/>
              <a:t>"]:visible').click();</a:t>
            </a:r>
          </a:p>
          <a:p>
            <a:r>
              <a:rPr lang="fr-FR" dirty="0"/>
              <a:t> 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expect</a:t>
            </a:r>
            <a:r>
              <a:rPr lang="fr-FR" dirty="0"/>
              <a:t>(</a:t>
            </a:r>
            <a:r>
              <a:rPr lang="fr-FR" dirty="0" err="1"/>
              <a:t>framesPage.getByText</a:t>
            </a:r>
            <a:r>
              <a:rPr lang="fr-FR" dirty="0"/>
              <a:t>("</a:t>
            </a:r>
            <a:r>
              <a:rPr lang="fr-FR" dirty="0" err="1"/>
              <a:t>Join</a:t>
            </a:r>
            <a:r>
              <a:rPr lang="fr-FR" dirty="0"/>
              <a:t> 13,522 Happy </a:t>
            </a:r>
            <a:r>
              <a:rPr lang="fr-FR" dirty="0" err="1"/>
              <a:t>Subscibers</a:t>
            </a:r>
            <a:r>
              <a:rPr lang="fr-FR" dirty="0"/>
              <a:t>!")).</a:t>
            </a:r>
            <a:r>
              <a:rPr lang="fr-FR" dirty="0" err="1"/>
              <a:t>toHaveText</a:t>
            </a:r>
            <a:r>
              <a:rPr lang="fr-FR" dirty="0"/>
              <a:t>("</a:t>
            </a:r>
            <a:r>
              <a:rPr lang="fr-FR" dirty="0" err="1"/>
              <a:t>Join</a:t>
            </a:r>
            <a:r>
              <a:rPr lang="fr-FR" dirty="0"/>
              <a:t> 13,522 Happy </a:t>
            </a:r>
            <a:r>
              <a:rPr lang="fr-FR" dirty="0" err="1"/>
              <a:t>Subscibers</a:t>
            </a:r>
            <a:r>
              <a:rPr lang="fr-FR" dirty="0"/>
              <a:t>!");</a:t>
            </a:r>
          </a:p>
          <a:p>
            <a:r>
              <a:rPr lang="fr-FR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019012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38128-086A-1B24-236A-2438D603C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34980-0956-D48F-F881-91FC6AD6D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dirty="0" err="1"/>
              <a:t>test.beforeAll</a:t>
            </a:r>
            <a:r>
              <a:rPr lang="fr-FR" dirty="0"/>
              <a:t>("login", </a:t>
            </a:r>
            <a:r>
              <a:rPr lang="fr-FR" dirty="0" err="1"/>
              <a:t>async</a:t>
            </a:r>
            <a:r>
              <a:rPr lang="fr-FR" dirty="0"/>
              <a:t> ({ </a:t>
            </a:r>
            <a:r>
              <a:rPr lang="fr-FR" dirty="0" err="1"/>
              <a:t>request</a:t>
            </a:r>
            <a:r>
              <a:rPr lang="fr-FR" dirty="0"/>
              <a:t> }) =&gt; {</a:t>
            </a:r>
          </a:p>
          <a:p>
            <a:r>
              <a:rPr lang="fr-FR" dirty="0"/>
              <a:t>  //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apiContext</a:t>
            </a:r>
            <a:r>
              <a:rPr lang="fr-FR" dirty="0"/>
              <a:t> =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request.newContext</a:t>
            </a:r>
            <a:r>
              <a:rPr lang="fr-FR" dirty="0"/>
              <a:t>();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=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request.post</a:t>
            </a:r>
            <a:r>
              <a:rPr lang="fr-FR" dirty="0"/>
              <a:t>(</a:t>
            </a:r>
          </a:p>
          <a:p>
            <a:r>
              <a:rPr lang="fr-FR" dirty="0"/>
              <a:t>    "https://rahulshettyacademy.com/api/</a:t>
            </a:r>
            <a:r>
              <a:rPr lang="fr-FR" dirty="0" err="1"/>
              <a:t>ecom</a:t>
            </a:r>
            <a:r>
              <a:rPr lang="fr-FR" dirty="0"/>
              <a:t>/</a:t>
            </a:r>
            <a:r>
              <a:rPr lang="fr-FR" dirty="0" err="1"/>
              <a:t>auth</a:t>
            </a:r>
            <a:r>
              <a:rPr lang="fr-FR" dirty="0"/>
              <a:t>/login",</a:t>
            </a:r>
          </a:p>
          <a:p>
            <a:r>
              <a:rPr lang="fr-FR" dirty="0"/>
              <a:t>    {</a:t>
            </a:r>
          </a:p>
          <a:p>
            <a:r>
              <a:rPr lang="fr-FR" dirty="0"/>
              <a:t>      data: {</a:t>
            </a:r>
          </a:p>
          <a:p>
            <a:r>
              <a:rPr lang="fr-FR" dirty="0"/>
              <a:t>        </a:t>
            </a:r>
            <a:r>
              <a:rPr lang="fr-FR" dirty="0" err="1"/>
              <a:t>userEmail</a:t>
            </a:r>
            <a:r>
              <a:rPr lang="fr-FR" dirty="0"/>
              <a:t>: « email@gmail.com",</a:t>
            </a:r>
          </a:p>
          <a:p>
            <a:r>
              <a:rPr lang="fr-FR" dirty="0"/>
              <a:t>        </a:t>
            </a:r>
            <a:r>
              <a:rPr lang="fr-FR" dirty="0" err="1"/>
              <a:t>userPassword</a:t>
            </a:r>
            <a:r>
              <a:rPr lang="fr-FR"/>
              <a:t>: « pw@</a:t>
            </a:r>
            <a:r>
              <a:rPr lang="fr-FR" dirty="0"/>
              <a:t>000",</a:t>
            </a:r>
          </a:p>
          <a:p>
            <a:r>
              <a:rPr lang="fr-FR" dirty="0"/>
              <a:t>      },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  );</a:t>
            </a:r>
          </a:p>
          <a:p>
            <a:r>
              <a:rPr lang="fr-FR" dirty="0"/>
              <a:t>  </a:t>
            </a:r>
            <a:r>
              <a:rPr lang="fr-FR" dirty="0" err="1"/>
              <a:t>expect</a:t>
            </a:r>
            <a:r>
              <a:rPr lang="fr-FR" dirty="0"/>
              <a:t>(</a:t>
            </a:r>
            <a:r>
              <a:rPr lang="fr-FR" dirty="0" err="1"/>
              <a:t>response.ok</a:t>
            </a:r>
            <a:r>
              <a:rPr lang="fr-FR" dirty="0"/>
              <a:t>()).</a:t>
            </a:r>
            <a:r>
              <a:rPr lang="fr-FR" dirty="0" err="1"/>
              <a:t>toBeTruthy</a:t>
            </a:r>
            <a:r>
              <a:rPr lang="fr-FR" dirty="0"/>
              <a:t>();</a:t>
            </a:r>
          </a:p>
          <a:p>
            <a:r>
              <a:rPr lang="fr-FR" dirty="0"/>
              <a:t>  </a:t>
            </a:r>
            <a:r>
              <a:rPr lang="fr-FR" dirty="0" err="1"/>
              <a:t>expect</a:t>
            </a:r>
            <a:r>
              <a:rPr lang="fr-FR" dirty="0"/>
              <a:t>(</a:t>
            </a:r>
            <a:r>
              <a:rPr lang="fr-FR" dirty="0" err="1"/>
              <a:t>response.status</a:t>
            </a:r>
            <a:r>
              <a:rPr lang="fr-FR" dirty="0"/>
              <a:t>()).</a:t>
            </a:r>
            <a:r>
              <a:rPr lang="fr-FR" dirty="0" err="1"/>
              <a:t>toEqual</a:t>
            </a:r>
            <a:r>
              <a:rPr lang="fr-FR" dirty="0"/>
              <a:t>(200);</a:t>
            </a:r>
          </a:p>
          <a:p>
            <a:r>
              <a:rPr lang="fr-FR" dirty="0"/>
              <a:t>  </a:t>
            </a:r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loginResponseJSON</a:t>
            </a:r>
            <a:r>
              <a:rPr lang="fr-FR" dirty="0"/>
              <a:t> = </a:t>
            </a:r>
            <a:r>
              <a:rPr lang="fr-FR" dirty="0" err="1"/>
              <a:t>await</a:t>
            </a:r>
            <a:r>
              <a:rPr lang="fr-FR" dirty="0"/>
              <a:t> </a:t>
            </a:r>
            <a:r>
              <a:rPr lang="fr-FR" dirty="0" err="1"/>
              <a:t>response.json</a:t>
            </a:r>
            <a:r>
              <a:rPr lang="fr-FR" dirty="0"/>
              <a:t>();</a:t>
            </a:r>
          </a:p>
          <a:p>
            <a:r>
              <a:rPr lang="fr-FR" dirty="0"/>
              <a:t>  //</a:t>
            </a:r>
            <a:r>
              <a:rPr lang="fr-FR" dirty="0" err="1"/>
              <a:t>expect</a:t>
            </a:r>
            <a:r>
              <a:rPr lang="fr-FR" dirty="0"/>
              <a:t>(</a:t>
            </a:r>
            <a:r>
              <a:rPr lang="fr-FR" dirty="0" err="1"/>
              <a:t>loginResponseJSON.status</a:t>
            </a:r>
            <a:r>
              <a:rPr lang="fr-FR" dirty="0"/>
              <a:t>()).</a:t>
            </a:r>
            <a:r>
              <a:rPr lang="fr-FR" dirty="0" err="1"/>
              <a:t>toEqual</a:t>
            </a:r>
            <a:r>
              <a:rPr lang="fr-FR" dirty="0"/>
              <a:t>(200);</a:t>
            </a:r>
          </a:p>
          <a:p>
            <a:r>
              <a:rPr lang="fr-FR" dirty="0"/>
              <a:t>  </a:t>
            </a:r>
            <a:r>
              <a:rPr lang="fr-FR" dirty="0" err="1"/>
              <a:t>accessToken</a:t>
            </a:r>
            <a:r>
              <a:rPr lang="fr-FR" dirty="0"/>
              <a:t> = </a:t>
            </a:r>
            <a:r>
              <a:rPr lang="fr-FR" dirty="0" err="1"/>
              <a:t>loginResponseJSON.token</a:t>
            </a:r>
            <a:r>
              <a:rPr lang="fr-FR" dirty="0"/>
              <a:t>;</a:t>
            </a:r>
          </a:p>
          <a:p>
            <a:r>
              <a:rPr lang="fr-FR" dirty="0"/>
              <a:t>  console.log(</a:t>
            </a:r>
            <a:r>
              <a:rPr lang="fr-FR" dirty="0" err="1"/>
              <a:t>accessToken</a:t>
            </a:r>
            <a:r>
              <a:rPr lang="fr-FR" dirty="0"/>
              <a:t>);</a:t>
            </a:r>
          </a:p>
          <a:p>
            <a:r>
              <a:rPr lang="fr-FR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672162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1DB73-A9E6-EB84-5117-800617F0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Object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99F540-D54B-E59F-EB92-5382EAE4C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96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FDC374-93CC-BC58-D182-4D4C6BC9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 Manager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403283-CD16-A240-BA28-5E7F207E5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862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4D071-2F92-54B3-077B-6B721B91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 Lib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E6DF61-E6CD-6FF8-1148-7928E626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402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DF2FF-B2C9-5E48-5F4C-0FB802F7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4F5809-CC46-5BEB-1CBF-29DBD61C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config</a:t>
            </a:r>
          </a:p>
        </p:txBody>
      </p:sp>
    </p:spTree>
    <p:extLst>
      <p:ext uri="{BB962C8B-B14F-4D97-AF65-F5344CB8AC3E}">
        <p14:creationId xmlns:p14="http://schemas.microsoft.com/office/powerpoint/2010/main" val="3743203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11F6AE-BA03-2ED5-8BD5-5494D3EC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 and </a:t>
            </a:r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execution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3028B9-F844-9BCC-E9B6-E673CAFC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Par </a:t>
            </a:r>
            <a:r>
              <a:rPr lang="fr-FR" dirty="0" err="1"/>
              <a:t>defaut</a:t>
            </a:r>
            <a:r>
              <a:rPr lang="fr-FR" dirty="0"/>
              <a:t> : exécution des tests du même fichier se fait en </a:t>
            </a:r>
            <a:r>
              <a:rPr lang="fr-FR" dirty="0" err="1"/>
              <a:t>serie</a:t>
            </a:r>
            <a:r>
              <a:rPr lang="fr-FR" dirty="0"/>
              <a:t>.</a:t>
            </a:r>
          </a:p>
          <a:p>
            <a:r>
              <a:rPr lang="fr-FR" dirty="0"/>
              <a:t>Tests des différents fichiers se fait en </a:t>
            </a:r>
            <a:r>
              <a:rPr lang="fr-FR" dirty="0" err="1"/>
              <a:t>parallel</a:t>
            </a:r>
            <a:r>
              <a:rPr lang="fr-FR" dirty="0"/>
              <a:t>. En différents WORKERS.</a:t>
            </a:r>
          </a:p>
          <a:p>
            <a:r>
              <a:rPr lang="fr-FR" dirty="0"/>
              <a:t>1 </a:t>
            </a:r>
            <a:r>
              <a:rPr lang="fr-FR" dirty="0" err="1"/>
              <a:t>worker</a:t>
            </a:r>
            <a:r>
              <a:rPr lang="fr-FR" dirty="0"/>
              <a:t> =&gt; 1 test file</a:t>
            </a:r>
          </a:p>
          <a:p>
            <a:r>
              <a:rPr lang="fr-FR" dirty="0"/>
              <a:t>Pour exécuter les tests du même fichier en </a:t>
            </a:r>
            <a:r>
              <a:rPr lang="fr-FR" dirty="0" err="1"/>
              <a:t>parallel</a:t>
            </a:r>
            <a:r>
              <a:rPr lang="fr-FR" dirty="0"/>
              <a:t> : </a:t>
            </a:r>
          </a:p>
          <a:p>
            <a:pPr lvl="1"/>
            <a:r>
              <a:rPr lang="fr-F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fr-F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mode: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parallel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lvl="1"/>
            <a:r>
              <a:rPr lang="en-US" dirty="0"/>
              <a:t>Running 6 tests using 2 workers</a:t>
            </a:r>
            <a:endParaRPr lang="fr-F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fr-F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r>
              <a:rPr lang="fr-FR" sz="2800" dirty="0"/>
              <a:t>Serial mode (dépendances des tests) : si le premier test est en </a:t>
            </a:r>
            <a:r>
              <a:rPr lang="fr-FR" sz="2800" dirty="0" err="1"/>
              <a:t>echec</a:t>
            </a:r>
            <a:r>
              <a:rPr lang="fr-FR" sz="2800" dirty="0"/>
              <a:t> =&gt; le reste de tests seront « skip ».</a:t>
            </a:r>
          </a:p>
          <a:p>
            <a:pPr lvl="1"/>
            <a:r>
              <a:rPr lang="fr-FR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fr-F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fr-F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fr-F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mode:</a:t>
            </a:r>
            <a:r>
              <a:rPr lang="fr-F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'serial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457200" lvl="1" indent="0">
              <a:buNone/>
            </a:pPr>
            <a:endParaRPr lang="fr-FR" sz="28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108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D661C-BA3E-C0D8-260C-AE51572E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Tag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D7D2F5-98C5-73AB-1E41-0B55077E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`@Web connection test for product 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 err="1">
                <a:effectLst/>
                <a:latin typeface="Consolas" panose="020B0609020204030204" pitchFamily="49" charset="0"/>
              </a:rPr>
              <a:t>Npx</a:t>
            </a:r>
            <a:r>
              <a:rPr lang="fr-FR" dirty="0">
                <a:effectLst/>
                <a:latin typeface="Consolas" panose="020B0609020204030204" pitchFamily="49" charset="0"/>
              </a:rPr>
              <a:t> </a:t>
            </a:r>
            <a:r>
              <a:rPr lang="fr-FR" dirty="0" err="1">
                <a:effectLst/>
                <a:latin typeface="Consolas" panose="020B0609020204030204" pitchFamily="49" charset="0"/>
              </a:rPr>
              <a:t>playwright</a:t>
            </a:r>
            <a:r>
              <a:rPr lang="fr-FR" dirty="0">
                <a:effectLst/>
                <a:latin typeface="Consolas" panose="020B0609020204030204" pitchFamily="49" charset="0"/>
              </a:rPr>
              <a:t> test –-</a:t>
            </a:r>
            <a:r>
              <a:rPr lang="fr-FR" dirty="0" err="1">
                <a:effectLst/>
                <a:latin typeface="Consolas" panose="020B0609020204030204" pitchFamily="49" charset="0"/>
              </a:rPr>
              <a:t>grep</a:t>
            </a:r>
            <a:r>
              <a:rPr lang="fr-FR" dirty="0">
                <a:effectLst/>
                <a:latin typeface="Consolas" panose="020B0609020204030204" pitchFamily="49" charset="0"/>
              </a:rPr>
              <a:t> ‘’@Web’’ </a:t>
            </a:r>
            <a:endParaRPr lang="en-US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59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6B6A4-2398-DA32-19D0-8432F00D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Allure report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76F1B8-FB6C-8FB0-D67B-8365F4E3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Install =&gt;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-D allure-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playwright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altLang="fr-F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</a:t>
            </a:r>
            <a:r>
              <a:rPr lang="fr-FR" altLang="fr-F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r>
              <a:rPr lang="fr-FR" altLang="fr-F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</a:t>
            </a:r>
          </a:p>
          <a:p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Exécution : &gt;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npx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playwright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test --reporter=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line,allure-playwright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0" lang="it-IT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allure generate ./allure-results -o ./allure-report</a:t>
            </a:r>
            <a:endParaRPr lang="fr-FR" altLang="fr-FR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allure open ./allure-report</a:t>
            </a:r>
          </a:p>
          <a:p>
            <a:endParaRPr lang="fr-FR" altLang="fr-FR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6733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932F1-423B-587D-1011-461B9E26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Custom scripts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A92A59-5F1C-F1E7-109E-03E46FDD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 </a:t>
            </a:r>
            <a:r>
              <a:rPr lang="fr-FR" dirty="0" err="1"/>
              <a:t>package.json</a:t>
            </a:r>
            <a:r>
              <a:rPr lang="fr-FR" dirty="0"/>
              <a:t> file : </a:t>
            </a:r>
            <a:r>
              <a:rPr lang="fr-FR" dirty="0" err="1"/>
              <a:t>add</a:t>
            </a:r>
            <a:r>
              <a:rPr lang="fr-FR" dirty="0"/>
              <a:t> scripts =&gt; ex 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webTests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npx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playwright test --grep @Web"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dirty="0"/>
              <a:t>Exécute the test by : </a:t>
            </a:r>
            <a:r>
              <a:rPr lang="fr-FR" dirty="0" err="1"/>
              <a:t>npm</a:t>
            </a:r>
            <a:r>
              <a:rPr lang="fr-FR" dirty="0"/>
              <a:t> run </a:t>
            </a:r>
            <a:r>
              <a:rPr lang="fr-FR" dirty="0" err="1"/>
              <a:t>webTests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6764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EE75CF-78A7-87E6-AF1E-46470046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Jenkins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DD18BF-410D-B5E1-17A7-94C631646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Java –jar </a:t>
            </a:r>
            <a:r>
              <a:rPr lang="fr-FR" dirty="0" err="1"/>
              <a:t>jenkins.war</a:t>
            </a:r>
            <a:r>
              <a:rPr lang="fr-FR" dirty="0"/>
              <a:t> –</a:t>
            </a:r>
            <a:r>
              <a:rPr lang="fr-FR" dirty="0" err="1"/>
              <a:t>httpPort</a:t>
            </a:r>
            <a:r>
              <a:rPr lang="fr-FR" dirty="0"/>
              <a:t>=8085</a:t>
            </a:r>
          </a:p>
          <a:p>
            <a:r>
              <a:rPr lang="fr-FR" dirty="0"/>
              <a:t>On the browser : localhost:8085/</a:t>
            </a:r>
          </a:p>
          <a:p>
            <a:r>
              <a:rPr lang="fr-FR" dirty="0"/>
              <a:t>In config : </a:t>
            </a:r>
            <a:r>
              <a:rPr lang="fr-FR" b="0" i="0" dirty="0">
                <a:solidFill>
                  <a:srgbClr val="14141F"/>
                </a:solidFill>
                <a:effectLst/>
                <a:latin typeface="system-ui"/>
              </a:rPr>
              <a:t>Ce </a:t>
            </a:r>
            <a:r>
              <a:rPr lang="fr-FR" b="0" i="0" dirty="0" err="1">
                <a:solidFill>
                  <a:srgbClr val="14141F"/>
                </a:solidFill>
                <a:effectLst/>
                <a:latin typeface="system-ui"/>
              </a:rPr>
              <a:t>build</a:t>
            </a:r>
            <a:r>
              <a:rPr lang="fr-FR" b="0" i="0" dirty="0">
                <a:solidFill>
                  <a:srgbClr val="14141F"/>
                </a:solidFill>
                <a:effectLst/>
                <a:latin typeface="system-ui"/>
              </a:rPr>
              <a:t> a des paramètres</a:t>
            </a:r>
          </a:p>
          <a:p>
            <a:pPr lvl="4"/>
            <a:r>
              <a:rPr lang="fr-FR" dirty="0">
                <a:solidFill>
                  <a:srgbClr val="14141F"/>
                </a:solidFill>
                <a:latin typeface="system-ui"/>
              </a:rPr>
              <a:t>Script </a:t>
            </a:r>
          </a:p>
          <a:p>
            <a:pPr lvl="5"/>
            <a:r>
              <a:rPr lang="fr-FR" dirty="0" err="1"/>
              <a:t>regression</a:t>
            </a:r>
            <a:endParaRPr lang="fr-FR" dirty="0"/>
          </a:p>
          <a:p>
            <a:pPr lvl="5"/>
            <a:r>
              <a:rPr lang="fr-FR" dirty="0" err="1"/>
              <a:t>webTests</a:t>
            </a:r>
            <a:endParaRPr lang="fr-FR" dirty="0"/>
          </a:p>
          <a:p>
            <a:pPr lvl="5"/>
            <a:r>
              <a:rPr lang="fr-FR" dirty="0" err="1"/>
              <a:t>APITests</a:t>
            </a:r>
            <a:endParaRPr lang="fr-FR" dirty="0"/>
          </a:p>
          <a:p>
            <a:pPr lvl="5"/>
            <a:r>
              <a:rPr lang="fr-FR" dirty="0" err="1"/>
              <a:t>safariNewConfig</a:t>
            </a:r>
            <a:endParaRPr lang="fr-FR" dirty="0"/>
          </a:p>
          <a:p>
            <a:pPr lvl="5"/>
            <a:r>
              <a:rPr lang="fr-FR" b="1" i="0" dirty="0">
                <a:solidFill>
                  <a:srgbClr val="14141F"/>
                </a:solidFill>
                <a:effectLst/>
                <a:latin typeface="system-ui"/>
              </a:rPr>
              <a:t>Exécuter un script </a:t>
            </a:r>
            <a:r>
              <a:rPr lang="fr-FR" b="1" i="0" dirty="0" err="1">
                <a:solidFill>
                  <a:srgbClr val="14141F"/>
                </a:solidFill>
                <a:effectLst/>
                <a:latin typeface="system-ui"/>
              </a:rPr>
              <a:t>shell</a:t>
            </a:r>
            <a:r>
              <a:rPr lang="fr-FR" b="1" i="0" dirty="0">
                <a:solidFill>
                  <a:srgbClr val="14141F"/>
                </a:solidFill>
                <a:effectLst/>
                <a:latin typeface="system-ui"/>
              </a:rPr>
              <a:t> : </a:t>
            </a:r>
            <a:r>
              <a:rPr lang="fr-FR" b="1" i="0" dirty="0" err="1">
                <a:solidFill>
                  <a:srgbClr val="14141F"/>
                </a:solidFill>
                <a:effectLst/>
                <a:latin typeface="system-ui"/>
              </a:rPr>
              <a:t>npm</a:t>
            </a:r>
            <a:r>
              <a:rPr lang="fr-FR" b="1" i="0" dirty="0">
                <a:solidFill>
                  <a:srgbClr val="14141F"/>
                </a:solidFill>
                <a:effectLst/>
                <a:latin typeface="system-ui"/>
              </a:rPr>
              <a:t> run "$Script" </a:t>
            </a:r>
          </a:p>
          <a:p>
            <a:pPr lvl="5"/>
            <a:r>
              <a:rPr lang="fr-FR" b="1" i="0" dirty="0">
                <a:solidFill>
                  <a:srgbClr val="14141F"/>
                </a:solidFill>
                <a:effectLst/>
                <a:latin typeface="system-ui"/>
              </a:rPr>
              <a:t>Exécuter une ligne de commande batch Windows : </a:t>
            </a:r>
            <a:r>
              <a:rPr lang="fr-FR" b="1" i="0" dirty="0" err="1">
                <a:solidFill>
                  <a:srgbClr val="14141F"/>
                </a:solidFill>
                <a:effectLst/>
                <a:latin typeface="system-ui"/>
              </a:rPr>
              <a:t>npm</a:t>
            </a:r>
            <a:r>
              <a:rPr lang="fr-FR" b="1" i="0" dirty="0">
                <a:solidFill>
                  <a:srgbClr val="14141F"/>
                </a:solidFill>
                <a:effectLst/>
                <a:latin typeface="system-ui"/>
              </a:rPr>
              <a:t> run "%Script%"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2258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B1D74-17B7-B1DE-032A-69ECD6E3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 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8DB96F-AB2E-A4D6-21FD-1F3682086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Let message : string = « Hello »;</a:t>
            </a:r>
          </a:p>
          <a:p>
            <a:r>
              <a:rPr lang="fr-FR" dirty="0"/>
              <a:t>Let </a:t>
            </a:r>
            <a:r>
              <a:rPr lang="fr-FR" dirty="0" err="1"/>
              <a:t>age</a:t>
            </a:r>
            <a:r>
              <a:rPr lang="fr-FR" dirty="0"/>
              <a:t>: </a:t>
            </a:r>
            <a:r>
              <a:rPr lang="fr-FR" dirty="0" err="1"/>
              <a:t>number</a:t>
            </a:r>
            <a:r>
              <a:rPr lang="fr-FR" dirty="0"/>
              <a:t> = 20;</a:t>
            </a:r>
          </a:p>
          <a:p>
            <a:r>
              <a:rPr lang="fr-FR" dirty="0"/>
              <a:t>Let </a:t>
            </a:r>
            <a:r>
              <a:rPr lang="fr-FR" dirty="0" err="1"/>
              <a:t>isActive</a:t>
            </a:r>
            <a:r>
              <a:rPr lang="fr-FR" dirty="0"/>
              <a:t> : </a:t>
            </a:r>
            <a:r>
              <a:rPr lang="fr-FR" dirty="0" err="1"/>
              <a:t>boolean</a:t>
            </a:r>
            <a:r>
              <a:rPr lang="fr-FR" dirty="0"/>
              <a:t> = false;</a:t>
            </a:r>
          </a:p>
          <a:p>
            <a:r>
              <a:rPr lang="fr-FR" dirty="0"/>
              <a:t>Let </a:t>
            </a:r>
            <a:r>
              <a:rPr lang="fr-FR" dirty="0" err="1"/>
              <a:t>numbers</a:t>
            </a:r>
            <a:r>
              <a:rPr lang="fr-FR" dirty="0"/>
              <a:t>: </a:t>
            </a:r>
            <a:r>
              <a:rPr lang="fr-FR" dirty="0" err="1"/>
              <a:t>number</a:t>
            </a:r>
            <a:r>
              <a:rPr lang="fr-FR" dirty="0"/>
              <a:t>[] = [1, 2, 3];</a:t>
            </a:r>
          </a:p>
          <a:p>
            <a:r>
              <a:rPr lang="fr-FR" dirty="0"/>
              <a:t>Let data: </a:t>
            </a:r>
            <a:r>
              <a:rPr lang="fr-FR" dirty="0" err="1"/>
              <a:t>any</a:t>
            </a:r>
            <a:r>
              <a:rPr lang="fr-FR" dirty="0"/>
              <a:t> = « hello </a:t>
            </a:r>
            <a:r>
              <a:rPr lang="fr-FR" dirty="0" err="1"/>
              <a:t>there</a:t>
            </a:r>
            <a:r>
              <a:rPr lang="fr-FR" dirty="0"/>
              <a:t> »;</a:t>
            </a:r>
          </a:p>
          <a:p>
            <a:r>
              <a:rPr lang="fr-FR" dirty="0"/>
              <a:t>&gt;&gt; exécution : </a:t>
            </a:r>
            <a:r>
              <a:rPr lang="fr-FR" dirty="0" err="1"/>
              <a:t>tsc</a:t>
            </a:r>
            <a:r>
              <a:rPr lang="fr-FR" dirty="0"/>
              <a:t> </a:t>
            </a:r>
            <a:r>
              <a:rPr lang="fr-FR" dirty="0" err="1"/>
              <a:t>demo.ts</a:t>
            </a:r>
            <a:r>
              <a:rPr lang="fr-FR" dirty="0"/>
              <a:t> (to </a:t>
            </a:r>
            <a:r>
              <a:rPr lang="fr-FR" dirty="0" err="1"/>
              <a:t>convert</a:t>
            </a:r>
            <a:r>
              <a:rPr lang="fr-FR" dirty="0"/>
              <a:t> the file to an </a:t>
            </a:r>
            <a:r>
              <a:rPr lang="fr-FR" dirty="0" err="1"/>
              <a:t>js</a:t>
            </a:r>
            <a:r>
              <a:rPr lang="fr-FR" dirty="0"/>
              <a:t>)</a:t>
            </a:r>
          </a:p>
          <a:p>
            <a:r>
              <a:rPr lang="fr-FR" dirty="0"/>
              <a:t>&gt;&gt; </a:t>
            </a:r>
            <a:r>
              <a:rPr lang="fr-FR" dirty="0" err="1"/>
              <a:t>node</a:t>
            </a:r>
            <a:r>
              <a:rPr lang="fr-FR" dirty="0"/>
              <a:t> demo.js</a:t>
            </a:r>
          </a:p>
        </p:txBody>
      </p:sp>
    </p:spTree>
    <p:extLst>
      <p:ext uri="{BB962C8B-B14F-4D97-AF65-F5344CB8AC3E}">
        <p14:creationId xmlns:p14="http://schemas.microsoft.com/office/powerpoint/2010/main" val="2272186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F7979-44B2-2C9A-55F2-6423CD69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Typescript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FCECDF-8B7B-1FE8-3362-CE6CD2F89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Functions</a:t>
            </a:r>
            <a:r>
              <a:rPr lang="fr-FR" dirty="0"/>
              <a:t> : </a:t>
            </a:r>
          </a:p>
          <a:p>
            <a:pPr marL="457200" lvl="1" indent="0">
              <a:buNone/>
            </a:pP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add</a:t>
            </a:r>
            <a:r>
              <a:rPr lang="fr-FR" dirty="0"/>
              <a:t>(</a:t>
            </a:r>
            <a:r>
              <a:rPr lang="fr-FR" dirty="0" err="1"/>
              <a:t>a:number</a:t>
            </a:r>
            <a:r>
              <a:rPr lang="fr-FR" dirty="0"/>
              <a:t>, b:number): </a:t>
            </a:r>
            <a:r>
              <a:rPr lang="fr-FR" dirty="0" err="1"/>
              <a:t>number</a:t>
            </a:r>
            <a:r>
              <a:rPr lang="fr-FR" dirty="0"/>
              <a:t>{</a:t>
            </a:r>
          </a:p>
          <a:p>
            <a:pPr marL="914400" lvl="2" indent="0">
              <a:buNone/>
            </a:pPr>
            <a:r>
              <a:rPr lang="fr-FR" dirty="0"/>
              <a:t>Return </a:t>
            </a:r>
            <a:r>
              <a:rPr lang="fr-FR" dirty="0" err="1"/>
              <a:t>a+b</a:t>
            </a:r>
            <a:r>
              <a:rPr lang="fr-FR" dirty="0"/>
              <a:t>;</a:t>
            </a:r>
          </a:p>
          <a:p>
            <a:pPr marL="914400" lvl="2" indent="0">
              <a:buNone/>
            </a:pPr>
            <a:r>
              <a:rPr lang="fr-FR" dirty="0"/>
              <a:t>}</a:t>
            </a:r>
          </a:p>
          <a:p>
            <a:pPr marL="914400" lvl="2" indent="0">
              <a:buNone/>
            </a:pP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Object : </a:t>
            </a:r>
          </a:p>
          <a:p>
            <a:pPr marL="914400" lvl="2" indent="0">
              <a:buNone/>
            </a:pPr>
            <a:r>
              <a:rPr lang="fr-FR" sz="2800" dirty="0"/>
              <a:t>Let user: {</a:t>
            </a:r>
            <a:r>
              <a:rPr lang="fr-FR" sz="2800" dirty="0" err="1"/>
              <a:t>name:string</a:t>
            </a:r>
            <a:r>
              <a:rPr lang="fr-FR" sz="2800" dirty="0"/>
              <a:t>, </a:t>
            </a:r>
            <a:r>
              <a:rPr lang="fr-FR" sz="2800" dirty="0" err="1"/>
              <a:t>age:number</a:t>
            </a:r>
            <a:r>
              <a:rPr lang="fr-FR" sz="2800" dirty="0"/>
              <a:t>} = {</a:t>
            </a:r>
            <a:r>
              <a:rPr lang="fr-FR" sz="2800" dirty="0" err="1"/>
              <a:t>name</a:t>
            </a:r>
            <a:r>
              <a:rPr lang="fr-FR" sz="2800" dirty="0"/>
              <a:t>:  »Bob », age:43}</a:t>
            </a:r>
          </a:p>
          <a:p>
            <a:pPr marL="914400" lvl="2" indent="0">
              <a:buNone/>
            </a:pPr>
            <a:r>
              <a:rPr lang="fr-FR" sz="2800" dirty="0" err="1"/>
              <a:t>We</a:t>
            </a:r>
            <a:r>
              <a:rPr lang="fr-FR" sz="2800" dirty="0"/>
              <a:t> can not </a:t>
            </a:r>
            <a:r>
              <a:rPr lang="fr-FR" sz="2800" dirty="0" err="1"/>
              <a:t>add</a:t>
            </a:r>
            <a:r>
              <a:rPr lang="fr-FR" sz="2800" dirty="0"/>
              <a:t> a new attribut </a:t>
            </a:r>
            <a:r>
              <a:rPr lang="fr-FR" sz="2800" dirty="0" err="1"/>
              <a:t>without</a:t>
            </a:r>
            <a:r>
              <a:rPr lang="fr-FR" sz="2800" dirty="0"/>
              <a:t> </a:t>
            </a:r>
            <a:r>
              <a:rPr lang="fr-FR" sz="2800" dirty="0" err="1"/>
              <a:t>declaration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10307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85F88-9CE1-EAE8-6FA1-2F3DA5BF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Cucumber-js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8CA606-ADA4-A584-049E-7D8166F3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58943" cy="4351338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playwright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mocha</a:t>
            </a:r>
            <a:r>
              <a:rPr lang="fr-FR" dirty="0"/>
              <a:t> </a:t>
            </a:r>
            <a:r>
              <a:rPr lang="fr-FR" dirty="0" err="1"/>
              <a:t>framework</a:t>
            </a:r>
            <a:endParaRPr lang="fr-FR" dirty="0"/>
          </a:p>
          <a:p>
            <a:r>
              <a:rPr lang="fr-FR" dirty="0" err="1"/>
              <a:t>Feature</a:t>
            </a:r>
            <a:r>
              <a:rPr lang="fr-FR" dirty="0"/>
              <a:t> (test suite)</a:t>
            </a:r>
          </a:p>
          <a:p>
            <a:r>
              <a:rPr lang="fr-FR" dirty="0"/>
              <a:t>Scenario (test case)</a:t>
            </a:r>
          </a:p>
          <a:p>
            <a:pPr lvl="1"/>
            <a:r>
              <a:rPr lang="fr-FR" dirty="0" err="1"/>
              <a:t>Given</a:t>
            </a:r>
            <a:r>
              <a:rPr lang="fr-FR" dirty="0"/>
              <a:t>: conditions</a:t>
            </a:r>
          </a:p>
          <a:p>
            <a:pPr lvl="1"/>
            <a:r>
              <a:rPr lang="fr-FR" dirty="0" err="1"/>
              <a:t>When</a:t>
            </a:r>
            <a:r>
              <a:rPr lang="fr-FR" dirty="0"/>
              <a:t>: </a:t>
            </a:r>
            <a:r>
              <a:rPr lang="fr-FR" dirty="0" err="1"/>
              <a:t>steps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Then</a:t>
            </a:r>
            <a:r>
              <a:rPr lang="fr-FR" dirty="0"/>
              <a:t>: </a:t>
            </a:r>
            <a:r>
              <a:rPr lang="fr-FR" dirty="0" err="1"/>
              <a:t>results</a:t>
            </a:r>
            <a:endParaRPr lang="fr-FR" dirty="0"/>
          </a:p>
          <a:p>
            <a:r>
              <a:rPr lang="fr-FR" dirty="0" err="1"/>
              <a:t>Intallation</a:t>
            </a:r>
            <a:r>
              <a:rPr lang="fr-FR" dirty="0"/>
              <a:t> : </a:t>
            </a:r>
            <a:r>
              <a:rPr lang="fr-FR" dirty="0">
                <a:hlinkClick r:id="rId2"/>
              </a:rPr>
              <a:t>https://github.com/cucumber/cucumber-js</a:t>
            </a:r>
            <a:endParaRPr lang="fr-FR" dirty="0"/>
          </a:p>
          <a:p>
            <a:pPr>
              <a:lnSpc>
                <a:spcPts val="1425"/>
              </a:lnSpc>
            </a:pP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@cucumber/cucumber 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dependencies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cucumber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cucumber</a:t>
            </a:r>
            <a:r>
              <a:rPr lang="fr-F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"^11.1.1"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lvl="1"/>
            <a:endParaRPr lang="fr-FR" dirty="0"/>
          </a:p>
          <a:p>
            <a:r>
              <a:rPr lang="fr-FR" dirty="0"/>
              <a:t>Ajout du plugin </a:t>
            </a:r>
            <a:r>
              <a:rPr lang="fr-FR" dirty="0" err="1"/>
              <a:t>vscode</a:t>
            </a:r>
            <a:r>
              <a:rPr lang="fr-FR" dirty="0"/>
              <a:t> de </a:t>
            </a:r>
            <a:r>
              <a:rPr lang="fr-FR" dirty="0" err="1"/>
              <a:t>cucumber</a:t>
            </a:r>
            <a:r>
              <a:rPr lang="fr-FR" dirty="0"/>
              <a:t> : </a:t>
            </a:r>
            <a:r>
              <a:rPr lang="fr-FR" b="1" i="0" dirty="0" err="1">
                <a:solidFill>
                  <a:srgbClr val="CCCCCC"/>
                </a:solidFill>
                <a:effectLst/>
                <a:latin typeface="Segoe WPC"/>
              </a:rPr>
              <a:t>Cucumber</a:t>
            </a:r>
            <a:r>
              <a:rPr lang="fr-FR" b="1" i="0" dirty="0">
                <a:solidFill>
                  <a:srgbClr val="CCCCCC"/>
                </a:solidFill>
                <a:effectLst/>
                <a:latin typeface="Segoe WPC"/>
              </a:rPr>
              <a:t> (</a:t>
            </a:r>
            <a:r>
              <a:rPr lang="fr-FR" b="1" i="0" dirty="0" err="1">
                <a:solidFill>
                  <a:srgbClr val="CCCCCC"/>
                </a:solidFill>
                <a:effectLst/>
                <a:latin typeface="Segoe WPC"/>
              </a:rPr>
              <a:t>Gherkin</a:t>
            </a:r>
            <a:r>
              <a:rPr lang="fr-FR" b="1" i="0" dirty="0">
                <a:solidFill>
                  <a:srgbClr val="CCCCCC"/>
                </a:solidFill>
                <a:effectLst/>
                <a:latin typeface="Segoe WPC"/>
              </a:rPr>
              <a:t>) Full Support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E03AD7-3BCE-7263-0DDC-C41934E69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355" y="5202918"/>
            <a:ext cx="1888122" cy="128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6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A2DFB-6E0B-1C06-4FB1-61B84A5A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Cucumber-js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F9D15-B71A-9350-95EF-F6774C538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have 2 types of files </a:t>
            </a:r>
          </a:p>
          <a:p>
            <a:r>
              <a:rPr lang="fr-FR" dirty="0"/>
              <a:t>.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.steps.js</a:t>
            </a:r>
          </a:p>
          <a:p>
            <a:endParaRPr lang="fr-FR" dirty="0"/>
          </a:p>
          <a:p>
            <a:r>
              <a:rPr lang="fr-FR" dirty="0"/>
              <a:t>Run test scenario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implementing</a:t>
            </a:r>
            <a:r>
              <a:rPr lang="fr-FR" dirty="0"/>
              <a:t> steps.js</a:t>
            </a:r>
          </a:p>
          <a:p>
            <a:pPr lvl="1"/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cucumber-js</a:t>
            </a:r>
            <a:r>
              <a:rPr lang="fr-FR" dirty="0"/>
              <a:t> –exit</a:t>
            </a:r>
          </a:p>
          <a:p>
            <a:pPr lvl="1"/>
            <a:r>
              <a:rPr lang="fr-FR" dirty="0"/>
              <a:t>Ou un </a:t>
            </a:r>
            <a:r>
              <a:rPr lang="fr-FR" dirty="0" err="1"/>
              <a:t>specifique</a:t>
            </a:r>
            <a:r>
              <a:rPr lang="fr-FR" dirty="0"/>
              <a:t> </a:t>
            </a:r>
            <a:r>
              <a:rPr lang="fr-FR" dirty="0" err="1"/>
              <a:t>feature</a:t>
            </a:r>
            <a:r>
              <a:rPr lang="fr-FR" dirty="0"/>
              <a:t> : </a:t>
            </a:r>
            <a:r>
              <a:rPr lang="en-US" dirty="0" err="1"/>
              <a:t>npx</a:t>
            </a:r>
            <a:r>
              <a:rPr lang="en-US" dirty="0"/>
              <a:t> cucumber-</a:t>
            </a:r>
            <a:r>
              <a:rPr lang="en-US" dirty="0" err="1"/>
              <a:t>js</a:t>
            </a:r>
            <a:r>
              <a:rPr lang="en-US" dirty="0"/>
              <a:t> features/</a:t>
            </a:r>
            <a:r>
              <a:rPr lang="en-US" dirty="0" err="1"/>
              <a:t>ErrorValidation.feature</a:t>
            </a:r>
            <a:r>
              <a:rPr lang="en-US" dirty="0"/>
              <a:t> --exit</a:t>
            </a:r>
            <a:endParaRPr lang="fr-FR" dirty="0"/>
          </a:p>
          <a:p>
            <a:pPr lvl="1"/>
            <a:r>
              <a:rPr lang="fr-FR" dirty="0"/>
              <a:t>Vs code </a:t>
            </a:r>
            <a:r>
              <a:rPr lang="fr-FR" dirty="0" err="1"/>
              <a:t>will</a:t>
            </a:r>
            <a:r>
              <a:rPr lang="fr-FR" dirty="0"/>
              <a:t> display </a:t>
            </a:r>
            <a:r>
              <a:rPr lang="fr-FR" dirty="0" err="1"/>
              <a:t>Errors</a:t>
            </a:r>
            <a:r>
              <a:rPr lang="fr-FR" dirty="0"/>
              <a:t> =&gt; use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squeleton</a:t>
            </a:r>
            <a:r>
              <a:rPr lang="fr-FR" dirty="0"/>
              <a:t> in </a:t>
            </a:r>
            <a:r>
              <a:rPr lang="fr-FR" dirty="0" err="1"/>
              <a:t>ur</a:t>
            </a:r>
            <a:r>
              <a:rPr lang="fr-FR" dirty="0"/>
              <a:t> steps.js file </a:t>
            </a:r>
          </a:p>
          <a:p>
            <a:pPr lvl="1"/>
            <a:r>
              <a:rPr lang="fr-FR" dirty="0"/>
              <a:t>World </a:t>
            </a:r>
            <a:r>
              <a:rPr lang="fr-FR" dirty="0" err="1"/>
              <a:t>constructor</a:t>
            </a:r>
            <a:r>
              <a:rPr lang="fr-FR" dirty="0"/>
              <a:t> =&gt; </a:t>
            </a:r>
            <a:r>
              <a:rPr lang="fr-FR" dirty="0" err="1"/>
              <a:t>this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7963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1F185-7151-F866-4BAA-CCFEE056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Tags in </a:t>
            </a:r>
            <a:r>
              <a:rPr lang="fr-FR" dirty="0" err="1"/>
              <a:t>cucumber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BEA186-C93D-3306-362C-93F52971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@Regression</a:t>
            </a:r>
          </a:p>
          <a:p>
            <a:pPr lvl="1"/>
            <a:r>
              <a:rPr lang="en-US" dirty="0"/>
              <a:t>Feature: Ecommerce validation</a:t>
            </a:r>
          </a:p>
          <a:p>
            <a:pPr lvl="1"/>
            <a:r>
              <a:rPr lang="en-US" dirty="0"/>
              <a:t>  @Regression</a:t>
            </a:r>
          </a:p>
          <a:p>
            <a:pPr lvl="1"/>
            <a:r>
              <a:rPr lang="en-US" dirty="0"/>
              <a:t>  Scenario: Placing the order</a:t>
            </a:r>
          </a:p>
          <a:p>
            <a:pPr lvl="1"/>
            <a:r>
              <a:rPr lang="en-US" dirty="0"/>
              <a:t>    Given a login to Ecommerce application with 'adilooq1@hotmail.fr' and "A123456789*a"</a:t>
            </a:r>
          </a:p>
          <a:p>
            <a:pPr lvl="1"/>
            <a:r>
              <a:rPr lang="en-US" dirty="0"/>
              <a:t>    When add product "ADIDAS ORIGINAL" to Cart</a:t>
            </a:r>
            <a:endParaRPr lang="fr-FR" dirty="0"/>
          </a:p>
          <a:p>
            <a:r>
              <a:rPr lang="fr-FR" dirty="0"/>
              <a:t>Exécution : </a:t>
            </a:r>
          </a:p>
          <a:p>
            <a:pPr lvl="1"/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cucumber-js</a:t>
            </a:r>
            <a:r>
              <a:rPr lang="fr-FR" dirty="0"/>
              <a:t> --tags "@</a:t>
            </a:r>
            <a:r>
              <a:rPr lang="fr-FR" dirty="0" err="1"/>
              <a:t>Regression</a:t>
            </a:r>
            <a:r>
              <a:rPr lang="fr-FR" dirty="0"/>
              <a:t>" --exit</a:t>
            </a:r>
          </a:p>
        </p:txBody>
      </p:sp>
    </p:spTree>
    <p:extLst>
      <p:ext uri="{BB962C8B-B14F-4D97-AF65-F5344CB8AC3E}">
        <p14:creationId xmlns:p14="http://schemas.microsoft.com/office/powerpoint/2010/main" val="277794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63A35-B052-8D55-6041-9FB6E9F8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execution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33F77-0EC4-9F62-977D-7DD76C2B8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 </a:t>
            </a:r>
            <a:r>
              <a:rPr lang="fr-FR" dirty="0" err="1"/>
              <a:t>cucumber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can not </a:t>
            </a:r>
            <a:r>
              <a:rPr lang="fr-FR" dirty="0" err="1"/>
              <a:t>execute</a:t>
            </a:r>
            <a:r>
              <a:rPr lang="fr-FR" dirty="0"/>
              <a:t> 2 </a:t>
            </a:r>
            <a:r>
              <a:rPr lang="fr-FR" dirty="0" err="1"/>
              <a:t>features</a:t>
            </a:r>
            <a:r>
              <a:rPr lang="fr-FR" dirty="0"/>
              <a:t> file </a:t>
            </a:r>
            <a:r>
              <a:rPr lang="fr-FR" dirty="0" err="1"/>
              <a:t>parallely</a:t>
            </a:r>
            <a:r>
              <a:rPr lang="fr-FR" dirty="0"/>
              <a:t>, but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execute</a:t>
            </a:r>
            <a:r>
              <a:rPr lang="fr-FR" dirty="0"/>
              <a:t> multiple scenarios </a:t>
            </a:r>
            <a:r>
              <a:rPr lang="fr-FR" dirty="0" err="1"/>
              <a:t>parallely</a:t>
            </a:r>
            <a:endParaRPr lang="fr-FR" dirty="0"/>
          </a:p>
          <a:p>
            <a:r>
              <a:rPr lang="en-US" dirty="0" err="1"/>
              <a:t>npx</a:t>
            </a:r>
            <a:r>
              <a:rPr lang="en-US" dirty="0"/>
              <a:t> cucumber-</a:t>
            </a:r>
            <a:r>
              <a:rPr lang="en-US" dirty="0" err="1"/>
              <a:t>js</a:t>
            </a:r>
            <a:r>
              <a:rPr lang="en-US" dirty="0"/>
              <a:t> features/</a:t>
            </a:r>
            <a:r>
              <a:rPr lang="en-US" dirty="0" err="1"/>
              <a:t>Ecommerce.feature</a:t>
            </a:r>
            <a:r>
              <a:rPr lang="en-US" dirty="0"/>
              <a:t> --parallel 2 --exit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presente</a:t>
            </a:r>
            <a:r>
              <a:rPr lang="fr-FR" dirty="0"/>
              <a:t> how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scenarion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execute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077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56DAF0-2903-CBC9-563F-B313BAD2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Reporter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A8A6CC-ADB8-7B38-1BAD-61BBCF6E0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cucumber-js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/</a:t>
            </a:r>
            <a:r>
              <a:rPr lang="fr-FR" dirty="0" err="1"/>
              <a:t>Ecommerce.feature</a:t>
            </a:r>
            <a:r>
              <a:rPr lang="fr-FR" dirty="0"/>
              <a:t> --format </a:t>
            </a:r>
            <a:r>
              <a:rPr lang="fr-FR" dirty="0" err="1"/>
              <a:t>html:features</a:t>
            </a:r>
            <a:r>
              <a:rPr lang="fr-FR" dirty="0"/>
              <a:t>/reporter/cucumber-report.html --exit</a:t>
            </a:r>
          </a:p>
          <a:p>
            <a:r>
              <a:rPr lang="fr-FR" dirty="0" err="1"/>
              <a:t>Retry</a:t>
            </a:r>
            <a:r>
              <a:rPr lang="fr-FR" dirty="0"/>
              <a:t> : </a:t>
            </a:r>
          </a:p>
          <a:p>
            <a:r>
              <a:rPr lang="fr-FR" dirty="0" err="1"/>
              <a:t>npx</a:t>
            </a:r>
            <a:r>
              <a:rPr lang="fr-FR" dirty="0"/>
              <a:t> </a:t>
            </a:r>
            <a:r>
              <a:rPr lang="fr-FR" dirty="0" err="1"/>
              <a:t>cucumber-js</a:t>
            </a:r>
            <a:r>
              <a:rPr lang="fr-FR" dirty="0"/>
              <a:t> --tags '@</a:t>
            </a:r>
            <a:r>
              <a:rPr lang="fr-FR" dirty="0" err="1"/>
              <a:t>Regression</a:t>
            </a:r>
            <a:r>
              <a:rPr lang="fr-FR" dirty="0"/>
              <a:t>' --</a:t>
            </a:r>
            <a:r>
              <a:rPr lang="fr-FR" dirty="0" err="1"/>
              <a:t>retry</a:t>
            </a:r>
            <a:r>
              <a:rPr lang="fr-FR" dirty="0"/>
              <a:t> 1 --format </a:t>
            </a:r>
            <a:r>
              <a:rPr lang="fr-FR" dirty="0" err="1"/>
              <a:t>html:features</a:t>
            </a:r>
            <a:r>
              <a:rPr lang="fr-FR" dirty="0"/>
              <a:t>/reporter/cucumber-report.html –exit</a:t>
            </a:r>
          </a:p>
          <a:p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package.json</a:t>
            </a:r>
            <a:r>
              <a:rPr lang="fr-FR" dirty="0"/>
              <a:t> : </a:t>
            </a:r>
            <a:r>
              <a:rPr lang="fr-FR" dirty="0" err="1"/>
              <a:t>npm</a:t>
            </a:r>
            <a:r>
              <a:rPr lang="fr-FR" dirty="0"/>
              <a:t> run 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CucumberRegression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66017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Microsoft Office PowerPoint</Application>
  <PresentationFormat>Grand écran</PresentationFormat>
  <Paragraphs>220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Arial</vt:lpstr>
      <vt:lpstr>Consolas</vt:lpstr>
      <vt:lpstr>Courier New</vt:lpstr>
      <vt:lpstr>Segoe WPC</vt:lpstr>
      <vt:lpstr>system-ui</vt:lpstr>
      <vt:lpstr>Thème Office</vt:lpstr>
      <vt:lpstr>Playwright</vt:lpstr>
      <vt:lpstr>Installation Node.js</vt:lpstr>
      <vt:lpstr>Installation VS Code</vt:lpstr>
      <vt:lpstr>Création du Workspace</vt:lpstr>
      <vt:lpstr>Architecture Playwright</vt:lpstr>
      <vt:lpstr>Architecture Playwright</vt:lpstr>
      <vt:lpstr>Présentation PowerPoint</vt:lpstr>
      <vt:lpstr>Création des dépendances – Initialisation du projet</vt:lpstr>
      <vt:lpstr>Vérification de la version du pw</vt:lpstr>
      <vt:lpstr>Mise à jour de la version PW</vt:lpstr>
      <vt:lpstr>Exécution du Test</vt:lpstr>
      <vt:lpstr>Exécution du Test</vt:lpstr>
      <vt:lpstr>Locators</vt:lpstr>
      <vt:lpstr>assertions</vt:lpstr>
      <vt:lpstr>Child windows</vt:lpstr>
      <vt:lpstr>Debug</vt:lpstr>
      <vt:lpstr>Codegen</vt:lpstr>
      <vt:lpstr>Codegen</vt:lpstr>
      <vt:lpstr>Traces</vt:lpstr>
      <vt:lpstr>Report </vt:lpstr>
      <vt:lpstr>iFrame</vt:lpstr>
      <vt:lpstr>API</vt:lpstr>
      <vt:lpstr>Page Object</vt:lpstr>
      <vt:lpstr>PO Manager</vt:lpstr>
      <vt:lpstr>JSON Lib</vt:lpstr>
      <vt:lpstr>retries</vt:lpstr>
      <vt:lpstr>Serial and parallel execution</vt:lpstr>
      <vt:lpstr>Test Tag</vt:lpstr>
      <vt:lpstr>Allure report</vt:lpstr>
      <vt:lpstr>Custom scripts</vt:lpstr>
      <vt:lpstr>Jenkins</vt:lpstr>
      <vt:lpstr>Type script</vt:lpstr>
      <vt:lpstr>Typescript</vt:lpstr>
      <vt:lpstr>Cucumber-js</vt:lpstr>
      <vt:lpstr>Cucumber-js</vt:lpstr>
      <vt:lpstr>Tags in cucumber</vt:lpstr>
      <vt:lpstr>Parallel execution</vt:lpstr>
      <vt:lpstr>Reporter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Seyf BENCHEIKH LEHOCINE</dc:creator>
  <cp:lastModifiedBy>Seyf BENCHEIKH LEHOCINE</cp:lastModifiedBy>
  <cp:revision>23</cp:revision>
  <dcterms:created xsi:type="dcterms:W3CDTF">2024-12-01T09:31:52Z</dcterms:created>
  <dcterms:modified xsi:type="dcterms:W3CDTF">2024-12-28T12:33:52Z</dcterms:modified>
</cp:coreProperties>
</file>